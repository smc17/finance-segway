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Adobe Inc. (NASDAQ: ADBE), CIK 0000796343 — DCF Valuation (Agent-Drafted)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0332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Real, disclosed operating base and cost structure; WACC and terminal growth are modeler_assumption at this repo's own established precedent — no issuer discloses either.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As of 2025-11-28  ·  classification: agent_tool_draft  ·  Not a client deliverable — not counted toward M4 evidence, human review pending (Issue #7)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Reading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50">
                <a:solidFill>
                  <a:srgbClr val="222733"/>
                </a:solidFill>
                <a:latin typeface="Calibri"/>
              </a:rPr>
              <a:t>Real, disclosed: base-year (FY0A) revenue, revenue growth, gross margin, opex %, effective tax rate, D&amp;A-to-capex ratio, capex %, diluted shares, and net debt are all computed from Adobe Inc. XBRL annual fact series (SEC EDGAR company facts, CIK 0000796343) — the same already-fetched source software-public-adobe-fy2025 uses, no new fetch.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222733"/>
                </a:solidFill>
                <a:latin typeface="Calibri"/>
              </a:rPr>
              <a:t>modeler_assumption, explicitly attributed: WACC (9%) and terminal growth (2.5%) — no issuer ever discloses either — reuse this repo's own prior assumption for a large-cap tech valuation (ib-public-microsoft-linkedin-2016) rather than an unsourced fresh guess.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222733"/>
                </a:solidFill>
                <a:latin typeface="Calibri"/>
              </a:rPr>
              <a:t>Not sourced: Comps peer data (ticker, price, market cap, EV/Revenue for comparable companies) — a real, stated gap requiring a fresh multi-company market-data pull this pass did not attempt.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222733"/>
                </a:solidFill>
                <a:latin typeface="Calibri"/>
              </a:rPr>
              <a:t>Generated by an L3 agent tool (tools/agents/dcf_comps.py), not yet human-reviewed — this is an illustrative snapshot of the governed pipeline, not a client-ready valuation.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classification: agent_tool_draft  ·  public_adobe_dcf_proxy.manifest.json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REAL, XBRL-SOURCED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Operating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$23,769.0mm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2140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FY0A revenue (base)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3230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5A00"/>
                </a:solidFill>
                <a:latin typeface="Calibri"/>
              </a:rPr>
              <a:t>XBRL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3458" y="137160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0618" y="153619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$26,271.9mm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12140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FY1E revenue (projected)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43230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5A00"/>
                </a:solidFill>
                <a:latin typeface="Calibri"/>
              </a:rPr>
              <a:t>Computed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8276" y="137160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5436" y="153619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10.5%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5436" y="212140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FY1 growth applied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243230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5A00"/>
                </a:solidFill>
                <a:latin typeface="Calibri"/>
              </a:rPr>
              <a:t>XBRL, derived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3291840"/>
          <a:ext cx="11094413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999"/>
                <a:gridCol w="2161249"/>
                <a:gridCol w="7204165"/>
              </a:tblGrid>
              <a:tr h="26416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Real input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E5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23,769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XBRL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C5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0.1053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XBRL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C6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0.8927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XBRL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C7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0.492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XBRL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C8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0.1837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XBRL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C9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4.5698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XBRL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C10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0.0075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XBRL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C12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426.2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XBRL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Source: Adobe Inc. XBRL annual fact series (SEC EDGAR company facts, CIK 0000796343) — https://data.sec.gov/api/xbrl/companyfacts/CIK0000796343.json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MODELER_ASSUMPTION — EXPLICITLY ATTRIBUTED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Discount rate and terminal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387187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511286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8A5A00"/>
                </a:solidFill>
                <a:latin typeface="Cambria"/>
              </a:rPr>
              <a:t>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12848"/>
            <a:ext cx="51128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WACC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23744"/>
            <a:ext cx="51128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5A00"/>
                </a:solidFill>
                <a:latin typeface="Calibri"/>
              </a:rPr>
              <a:t>Repo precedent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5867" y="1463040"/>
            <a:ext cx="5387187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3027" y="1627632"/>
            <a:ext cx="511286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8A5A00"/>
                </a:solidFill>
                <a:latin typeface="Cambria"/>
              </a:rPr>
              <a:t>2.5%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3027" y="2212848"/>
            <a:ext cx="51128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Terminal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3027" y="2523744"/>
            <a:ext cx="51128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5A00"/>
                </a:solidFill>
                <a:latin typeface="Calibri"/>
              </a:rPr>
              <a:t>Repo precedent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26080"/>
            <a:ext cx="1109441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22733"/>
                </a:solidFill>
                <a:latin typeface="Calibri"/>
              </a:rPr>
              <a:t>No issuer ever discloses its own WACC or terminal growth rate as a matter of GAAP or SEC reporting — these are irreducibly modeler judgment. Rather than choose a fresh, unattributed number, this case reuses this repo's own prior large-cap-tech precedent (ib-public-microsoft-linkedin-2016) verbatim.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989320"/>
            <a:ext cx="11094415" cy="5029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08076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5A00"/>
                </a:solidFill>
                <a:latin typeface="Calibri"/>
              </a:rPr>
              <a:t>Assumptions!C13/C14 (labeled 'WACC %'/'Terminal growth %') exist on the template but no formula reads them — confirmed by grep, not assumed. These values are written directly to DCF!I5/I6, the cells the discount-factor and terminal-value formulas actually reference.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DECISION — AGENT-DRAFTED, NOT CLIENT-READY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Implied 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$7,854.7mm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1284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Enterprise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2374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5A00"/>
                </a:solidFill>
                <a:latin typeface="Calibri"/>
              </a:rPr>
              <a:t>Computed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3458" y="146304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0618" y="162763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$7,075.7mm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21284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Equity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52374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5A00"/>
                </a:solidFill>
                <a:latin typeface="Calibri"/>
              </a:rPr>
              <a:t>Computed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8276" y="146304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5436" y="162763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7A43"/>
                </a:solidFill>
                <a:latin typeface="Cambria"/>
              </a:rPr>
              <a:t>$16.60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5436" y="221284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Implied value/share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252374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5A00"/>
                </a:solidFill>
                <a:latin typeface="Calibri"/>
              </a:rPr>
              <a:t>Computed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108960"/>
            <a:ext cx="110944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733"/>
                </a:solidFill>
                <a:latin typeface="Calibri"/>
              </a:rPr>
              <a:t>Net debt of $779.0mm and 426.2mm diluted shares are both real, XBRL-computed facts feeding the equity bridge and per-share conversion.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733"/>
                </a:solidFill>
                <a:latin typeface="Calibri"/>
              </a:rPr>
              <a:t>This valuation has no Comps cross-check yet — a peer multiple sanity check on the DCF output is a real, stated gap, not performed in this pass.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733"/>
                </a:solidFill>
                <a:latin typeface="Calibri"/>
              </a:rPr>
              <a:t>classification: agent_tool_draft, counts_toward_M4: false — this instance cannot be presented as a client deliverable or counted as reviewed evidence ahead of human sign-off (Issue #7), regardless of how real the underlying inputs are.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Model: 01_Investment_Banking/_template_BASE.xlsx  ·  Instance: 01_Investment_Banking/instances/public_adobe_dcf_proxy.xlsx  ·  classification: agent_tool_draft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